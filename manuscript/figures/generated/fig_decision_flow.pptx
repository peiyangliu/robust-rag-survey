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720" cy="15841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08" y="48006"/>
            <a:ext cx="1584198" cy="1257757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208" y="76810"/>
            <a:ext cx="158419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2E75B6"/>
                </a:solidFill>
                <a:latin typeface="Arial"/>
              </a:rPr>
              <a:t>Assemble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18" y="240030"/>
            <a:ext cx="1430579" cy="1632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3220" y="249631"/>
            <a:ext cx="1392174" cy="1440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User query + corpus / KB</a:t>
            </a:r>
          </a:p>
        </p:txBody>
      </p:sp>
      <p:sp>
        <p:nvSpPr>
          <p:cNvPr id="6" name="Down Arrow 5"/>
          <p:cNvSpPr/>
          <p:nvPr/>
        </p:nvSpPr>
        <p:spPr>
          <a:xfrm>
            <a:off x="811301" y="427253"/>
            <a:ext cx="96012" cy="81610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018" y="537667"/>
            <a:ext cx="1430579" cy="24003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" y="547268"/>
            <a:ext cx="1392174" cy="220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Retrieve &amp; assemble</a:t>
            </a:r>
          </a:p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candidate evidence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811301" y="801700"/>
            <a:ext cx="96012" cy="81610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4018" y="912114"/>
            <a:ext cx="1430579" cy="3168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220" y="921715"/>
            <a:ext cx="1392174" cy="297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Detect risk signals</a:t>
            </a:r>
          </a:p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retrieval · provenance</a:t>
            </a:r>
          </a:p>
          <a:p>
            <a:pPr algn="ctr">
              <a:lnSpc>
                <a:spcPct val="94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conflict · uncertainty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4627" y="48006"/>
            <a:ext cx="1161745" cy="1257757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4627" y="76810"/>
            <a:ext cx="1161745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2E75B6"/>
                </a:solidFill>
                <a:latin typeface="Arial"/>
              </a:rPr>
              <a:t>Gate</a:t>
            </a:r>
          </a:p>
        </p:txBody>
      </p:sp>
      <p:sp>
        <p:nvSpPr>
          <p:cNvPr id="14" name="Diamond 13"/>
          <p:cNvSpPr/>
          <p:nvPr/>
        </p:nvSpPr>
        <p:spPr>
          <a:xfrm>
            <a:off x="1958645" y="297637"/>
            <a:ext cx="873709" cy="288036"/>
          </a:xfrm>
          <a:prstGeom prst="diamond">
            <a:avLst/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8645" y="326441"/>
            <a:ext cx="873709" cy="2304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680" b="1">
                <a:solidFill>
                  <a:srgbClr val="000000"/>
                </a:solidFill>
                <a:latin typeface="Arial"/>
              </a:rPr>
              <a:t>Risk high?</a:t>
            </a:r>
          </a:p>
        </p:txBody>
      </p:sp>
      <p:sp>
        <p:nvSpPr>
          <p:cNvPr id="16" name="Diamond 15"/>
          <p:cNvSpPr/>
          <p:nvPr/>
        </p:nvSpPr>
        <p:spPr>
          <a:xfrm>
            <a:off x="1958645" y="777697"/>
            <a:ext cx="873709" cy="288036"/>
          </a:xfrm>
          <a:prstGeom prst="diamond">
            <a:avLst/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8645" y="806501"/>
            <a:ext cx="873709" cy="2304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680" b="1">
                <a:solidFill>
                  <a:srgbClr val="000000"/>
                </a:solidFill>
                <a:latin typeface="Arial"/>
              </a:rPr>
              <a:t>Diagnose</a:t>
            </a:r>
          </a:p>
          <a:p>
            <a:pPr algn="ctr">
              <a:lnSpc>
                <a:spcPct val="94000"/>
              </a:lnSpc>
            </a:pPr>
            <a:r>
              <a:rPr sz="680" b="1">
                <a:solidFill>
                  <a:srgbClr val="000000"/>
                </a:solidFill>
                <a:latin typeface="Arial"/>
              </a:rPr>
              <a:t>failure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0832" y="585673"/>
            <a:ext cx="9334" cy="19202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2375097" y="736892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702" y="604876"/>
            <a:ext cx="240030" cy="76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1">
                <a:solidFill>
                  <a:srgbClr val="C00000"/>
                </a:solidFill>
                <a:latin typeface="Arial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1008" y="619411"/>
            <a:ext cx="28803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1908238" y="603675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9224" y="48006"/>
            <a:ext cx="2304288" cy="1257757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9224" y="76810"/>
            <a:ext cx="230428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2E75B6"/>
                </a:solidFill>
                <a:latin typeface="Arial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66033" y="240030"/>
            <a:ext cx="2150669" cy="230429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4837" y="259232"/>
            <a:ext cx="2093062" cy="720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risk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4837" y="331241"/>
            <a:ext cx="2093062" cy="120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Answer with citations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1955" y="437321"/>
            <a:ext cx="201625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39247" y="355244"/>
            <a:ext cx="8668" cy="86411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3580" y="350911"/>
            <a:ext cx="412852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3415627" y="334842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66033" y="508864"/>
            <a:ext cx="2150669" cy="230429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4837" y="528066"/>
            <a:ext cx="2093062" cy="720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insufficient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4837" y="600075"/>
            <a:ext cx="2093062" cy="120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Repair evidence · re-retrieve / filter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41955" y="917381"/>
            <a:ext cx="283235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20857" y="624078"/>
            <a:ext cx="8668" cy="297637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25191" y="619744"/>
            <a:ext cx="331241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15627" y="603675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66033" y="777697"/>
            <a:ext cx="2150669" cy="230429"/>
          </a:xfrm>
          <a:prstGeom prst="roundRect">
            <a:avLst>
              <a:gd name="adj" fmla="val 10000"/>
            </a:avLst>
          </a:prstGeom>
          <a:solidFill>
            <a:srgbClr val="DBD1CE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4837" y="796900"/>
            <a:ext cx="2093062" cy="720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conflict / attack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4837" y="868909"/>
            <a:ext cx="2093062" cy="120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Verify risk · compare / quarantine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41955" y="917381"/>
            <a:ext cx="364846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2467" y="892912"/>
            <a:ext cx="8668" cy="2880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6801" y="888578"/>
            <a:ext cx="249631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5400000">
            <a:off x="3415627" y="872509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66033" y="1046531"/>
            <a:ext cx="2150669" cy="230429"/>
          </a:xfrm>
          <a:prstGeom prst="roundRect">
            <a:avLst>
              <a:gd name="adj" fmla="val 10000"/>
            </a:avLst>
          </a:prstGeom>
          <a:solidFill>
            <a:srgbClr val="FDE9E9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94837" y="1065733"/>
            <a:ext cx="2093062" cy="720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ambiguous / unsafe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4837" y="1137742"/>
            <a:ext cx="2093062" cy="120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Abstain · clarify / escalate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41955" y="917381"/>
            <a:ext cx="446456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84077" y="921715"/>
            <a:ext cx="8668" cy="24003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88411" y="1157411"/>
            <a:ext cx="168021" cy="86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3415627" y="1141343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208" y="1363370"/>
            <a:ext cx="5626303" cy="153619"/>
          </a:xfrm>
          <a:prstGeom prst="roundRect">
            <a:avLst>
              <a:gd name="adj" fmla="val 10000"/>
            </a:avLst>
          </a:prstGeom>
          <a:solidFill>
            <a:srgbClr val="EDE8E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" y="1363370"/>
            <a:ext cx="5626303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000000"/>
                </a:solidFill>
                <a:latin typeface="Arial"/>
              </a:rPr>
              <a:t>Monitor over time:  </a:t>
            </a:r>
            <a:r>
              <a:rPr sz="680" b="0">
                <a:solidFill>
                  <a:srgbClr val="1D3155"/>
                </a:solidFill>
                <a:latin typeface="Arial"/>
              </a:rPr>
              <a:t>traceback · audit logs · corpus updates · retriever drift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
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720" cy="1910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4033" y="67208"/>
            <a:ext cx="835304" cy="268834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4033" y="91211"/>
            <a:ext cx="835304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80" b="1">
                <a:solidFill>
                  <a:srgbClr val="000000"/>
                </a:solidFill>
                <a:latin typeface="Arial"/>
              </a:rPr>
              <a:t>1,904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" y="196825"/>
            <a:ext cx="787298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0">
                <a:solidFill>
                  <a:srgbClr val="1D3155"/>
                </a:solidFill>
                <a:latin typeface="Arial"/>
              </a:rPr>
              <a:t>retrieved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96975" y="67208"/>
            <a:ext cx="835304" cy="268834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6975" y="91211"/>
            <a:ext cx="835304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80" b="1">
                <a:solidFill>
                  <a:srgbClr val="000000"/>
                </a:solidFill>
                <a:latin typeface="Arial"/>
              </a:rPr>
              <a:t>1,445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0978" y="196825"/>
            <a:ext cx="787298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0">
                <a:solidFill>
                  <a:srgbClr val="1D3155"/>
                </a:solidFill>
                <a:latin typeface="Arial"/>
              </a:rPr>
              <a:t>open PDFs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9337" y="196958"/>
            <a:ext cx="297637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1356170" y="181223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29916" y="67208"/>
            <a:ext cx="835304" cy="268834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9916" y="91211"/>
            <a:ext cx="835304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80" b="1">
                <a:solidFill>
                  <a:srgbClr val="000000"/>
                </a:solidFill>
                <a:latin typeface="Arial"/>
              </a:rPr>
              <a:t>1,399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3919" y="196825"/>
            <a:ext cx="787298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0">
                <a:solidFill>
                  <a:srgbClr val="1D3155"/>
                </a:solidFill>
                <a:latin typeface="Arial"/>
              </a:rPr>
              <a:t>deduplicated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2279" y="196958"/>
            <a:ext cx="297637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2489111" y="181223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62858" y="67208"/>
            <a:ext cx="835304" cy="268834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2858" y="91211"/>
            <a:ext cx="835304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80" b="1">
                <a:solidFill>
                  <a:srgbClr val="000000"/>
                </a:solidFill>
                <a:latin typeface="Arial"/>
              </a:rPr>
              <a:t>536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6861" y="196825"/>
            <a:ext cx="787298" cy="1056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0">
                <a:solidFill>
                  <a:srgbClr val="1D3155"/>
                </a:solidFill>
                <a:latin typeface="Arial"/>
              </a:rPr>
              <a:t>included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221" y="196958"/>
            <a:ext cx="297637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3622053" y="181223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4033" y="480060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" y="508864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Base scoping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13814" y="480060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57020" y="508864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Venue-augmented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scoping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5748" y="648214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1673009" y="632479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5748" y="528066"/>
            <a:ext cx="528066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+26 venue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033" y="931316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DE8E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7238" y="960120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250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base evidence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13814" y="931316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DE8E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57020" y="960120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274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double-coded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5748" y="1099471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1673009" y="1083735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5748" y="979322"/>
            <a:ext cx="528066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+24 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3595" y="931316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DE8E7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6801" y="960120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Map A: 268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adjudicated seed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5529" y="1099471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5400000">
            <a:off x="3122790" y="1083735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5529" y="979322"/>
            <a:ext cx="528066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−6 excl.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4033" y="1382573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7238" y="1411376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Venue + extension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PDF collections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13814" y="1382573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57020" y="1411376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Source-blind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citation audit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85748" y="1550727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1673009" y="1534992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63595" y="1382573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6801" y="1411376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416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candidate expansion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35529" y="1550727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5400000">
            <a:off x="3122790" y="1534992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35529" y="1430579"/>
            <a:ext cx="528066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+148 / +20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13377" y="1382573"/>
            <a:ext cx="921715" cy="345643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1905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56582" y="1411376"/>
            <a:ext cx="835304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Map B: 342</a:t>
            </a:r>
          </a:p>
          <a:p>
            <a:pPr algn="ctr">
              <a:lnSpc>
                <a:spcPct val="95000"/>
              </a:lnSpc>
            </a:pPr>
            <a:r>
              <a:rPr sz="640" b="1">
                <a:solidFill>
                  <a:srgbClr val="000000"/>
                </a:solidFill>
                <a:latin typeface="Arial"/>
              </a:rPr>
              <a:t>adjudicated synthesis map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85311" y="1550727"/>
            <a:ext cx="528066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5400000">
            <a:off x="4572572" y="1534992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85311" y="1430579"/>
            <a:ext cx="528066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" b="1">
                <a:solidFill>
                  <a:srgbClr val="C00000"/>
                </a:solidFill>
                <a:latin typeface="Arial"/>
              </a:rPr>
              <a:t>−74 bdry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75843" y="336042"/>
            <a:ext cx="9334" cy="7200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4891" y="403384"/>
            <a:ext cx="3355619" cy="9334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0223" y="408051"/>
            <a:ext cx="9334" cy="72009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 rot="10800000">
            <a:off x="704488" y="439255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0223" y="825703"/>
            <a:ext cx="9334" cy="10561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10800000">
            <a:off x="704488" y="890511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19786" y="1276960"/>
            <a:ext cx="9334" cy="105613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10800000">
            <a:off x="3604050" y="1341768"/>
            <a:ext cx="40805" cy="40805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804" y="1785823"/>
            <a:ext cx="5703113" cy="960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000000"/>
                </a:solidFill>
                <a:latin typeface="Arial"/>
              </a:rPr>
              <a:t>Map B is the canonical synthesis 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
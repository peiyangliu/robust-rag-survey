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70632" cy="22264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921" y="49921"/>
            <a:ext cx="1617450" cy="259591"/>
          </a:xfrm>
          <a:prstGeom prst="roundRect">
            <a:avLst>
              <a:gd name="adj" fmla="val 10000"/>
            </a:avLst>
          </a:prstGeom>
          <a:solidFill>
            <a:srgbClr val="FDE9E9"/>
          </a:solidFill>
          <a:ln w="11430">
            <a:solidFill>
              <a:srgbClr val="1D3155"/>
            </a:solidFill>
            <a:prstDash val="lgDashDot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921" y="69890"/>
            <a:ext cx="1617450" cy="1297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1,904 records retrieved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21" y="194693"/>
            <a:ext cx="1617450" cy="9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20" b="0">
                <a:solidFill>
                  <a:srgbClr val="7F7F7F"/>
                </a:solidFill>
                <a:latin typeface="Arial"/>
              </a:rPr>
              <a:t>55 arXiv queries + 5 venues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3793" y="309512"/>
            <a:ext cx="9707" cy="13978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837430" y="406859"/>
            <a:ext cx="42433" cy="42433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277" y="309512"/>
            <a:ext cx="1003418" cy="139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20" b="0">
                <a:solidFill>
                  <a:srgbClr val="1D3155"/>
                </a:solidFill>
                <a:latin typeface="Arial"/>
              </a:rPr>
              <a:t>−459 no open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1" y="449292"/>
            <a:ext cx="1617450" cy="159748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21" y="449292"/>
            <a:ext cx="1617450" cy="15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1,445 with an open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793" y="609040"/>
            <a:ext cx="9707" cy="13978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0800000">
            <a:off x="837430" y="706386"/>
            <a:ext cx="42433" cy="42433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7277" y="609040"/>
            <a:ext cx="1003418" cy="139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20" b="0">
                <a:solidFill>
                  <a:srgbClr val="1D3155"/>
                </a:solidFill>
                <a:latin typeface="Arial"/>
              </a:rPr>
              <a:t>−46 duplicate title /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1" y="748819"/>
            <a:ext cx="1617450" cy="159748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1" y="748819"/>
            <a:ext cx="1617450" cy="15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1,399 after de-duplication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793" y="908568"/>
            <a:ext cx="9707" cy="13978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837430" y="1005914"/>
            <a:ext cx="42433" cy="42433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27277" y="908568"/>
            <a:ext cx="1003418" cy="139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20" b="0">
                <a:solidFill>
                  <a:srgbClr val="1D3155"/>
                </a:solidFill>
                <a:latin typeface="Arial"/>
              </a:rPr>
              <a:t>−863 off-topic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1" y="1048347"/>
            <a:ext cx="1617450" cy="159748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1" y="1048347"/>
            <a:ext cx="1617450" cy="15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536 retained by the screen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793" y="1208095"/>
            <a:ext cx="9707" cy="13978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837430" y="1305442"/>
            <a:ext cx="42433" cy="42433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7277" y="1208095"/>
            <a:ext cx="1003418" cy="139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20" b="0">
                <a:solidFill>
                  <a:srgbClr val="1D3155"/>
                </a:solidFill>
                <a:latin typeface="Arial"/>
              </a:rPr>
              <a:t>−277 not extractable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1" y="1347875"/>
            <a:ext cx="1617450" cy="259591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1" y="1367844"/>
            <a:ext cx="1617450" cy="1297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259 extracted full texts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1" y="1492647"/>
            <a:ext cx="1617450" cy="9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20" b="0">
                <a:solidFill>
                  <a:srgbClr val="7F7F7F"/>
                </a:solidFill>
                <a:latin typeface="Arial"/>
              </a:rPr>
              <a:t>the census frame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793" y="1607466"/>
            <a:ext cx="9707" cy="13978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837430" y="1704812"/>
            <a:ext cx="42433" cy="42433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7277" y="1607466"/>
            <a:ext cx="1003418" cy="1397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20" b="0">
                <a:solidFill>
                  <a:srgbClr val="1D3155"/>
                </a:solidFill>
                <a:latin typeface="Arial"/>
              </a:rPr>
              <a:t>deterministic screen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21" y="1747245"/>
            <a:ext cx="1617450" cy="259591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905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21" y="1767214"/>
            <a:ext cx="1617450" cy="1297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1">
                <a:solidFill>
                  <a:srgbClr val="000000"/>
                </a:solidFill>
                <a:latin typeface="Arial"/>
              </a:rPr>
              <a:t>1,703 candidate windows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1" y="1892017"/>
            <a:ext cx="1617450" cy="9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20" b="0">
                <a:solidFill>
                  <a:srgbClr val="7F7F7F"/>
                </a:solidFill>
                <a:latin typeface="Arial"/>
              </a:rPr>
              <a:t>in 171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21" y="2066742"/>
            <a:ext cx="1617450" cy="99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20" b="1">
                <a:solidFill>
                  <a:srgbClr val="1D3155"/>
                </a:solidFill>
                <a:latin typeface="Arial"/>
              </a:rPr>
              <a:t>dashed = not re-executable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